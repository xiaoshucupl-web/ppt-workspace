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第八讲 · 检察院文书（三）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人民检察院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抗诉书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监督权的第三种姿态：对法院的裁判说“不对”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配套教材：第三章第三节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导入：监督权的三种姿态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第6讲起诉书：检察院对“该不该追诉”作出判断，提请法院审判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第7讲不起诉决定书：检察院在审查起诉阶段自我把关，终止追诉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第8讲抗诉书：法院已经作出裁判，检察院认为裁判本身确有错误，向上提出异议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前两份文书的监督对象是“案件本身”，抗诉书的监督对象变成了“法院的裁判行为”，这是审判监督权区别于公诉权的关键。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一、抗诉书的概念与法律依据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概念：检察院对法院的生效或未生效判决、裁定，认为确有错误，按法定程序提请重新审判的诉讼活动中所制作的文书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〔刑事诉讼法2018年修正〕第228条：地方各级检察院认为本级法院第一审判决、裁定确有错误，应向上一级法院提出抗诉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〔刑事诉讼法2018年修正〕第254条第3款：最高检对各级法院、上级检对下级法院已生效判决裁定，确有错误，可按审判监督程序向同级法院提出抗诉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抗诉书的两种类型：依抗诉对象不同区分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按上诉程序提出的抗诉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对象：同级法院第一审裁判，尚在上诉期内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受时间限制：必须在法定上诉期内提出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主体：只能由同级检察院提出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按审判监督程序提出的抗诉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对象：已过上诉期、已生效的判决或裁定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不受时间限制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主体：只能由最高检或上级检察院提出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辨析：抗诉书 vs 上诉书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上诉书（上诉状）：当事人或法定代理人不服一审裁判，自己向上一级法院提交的文件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抗诉书：只能由法律监督机关——人民检察院制作，当事人不能制作抗诉书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二者外观上都是“对一审裁判不服、提请上级法院再审”，但制作主体的身份完全不同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考试中常用“被害人不服一审判决，向检察院请求提出抗诉”这种情境出题，要分清：被害人本人提交的是申诉/请求，检察院审查后决定提出的才是抗诉书。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抗诉书的特征与适用前提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三个特征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判决裁定的三类常见错误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抗诉的法定程序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二、抗诉书的三个特征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特征一：制作主体专属——必须由人民检察院制作，当事人及法定代理人不享有制作权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特征二：适用前提专属——只有发现法院判决、裁定确有错误时才需要制作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特征三：程序严格——必须按法定程序提出，通过原审法院转送上一级法院，并抄送上一级检察院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判决、裁定的三类常见错误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事实不清或证据不足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适用法律不当——重罪轻判或轻罪重判，刑罚与社会危害性不相符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严重违反诉讼程序——如未保障回避权、辩护权、上诉权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这三类错误，恰好对应我们后面要讲的“抗诉理由三个来源”——事实、法律、程序，记牢这一组对应关系，抗诉理由部分就有了写作骨架。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抗诉的法定程序与监督闭环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检察院提出抗诉，须通过原审法院转送上一级法院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原审法院应将抗诉书连同卷宗、证据移送上级法院，并将抗诉书副本送交当事人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检察院应将抗诉书抄送上一级检察院；上级检察院认为抗诉不当，可向同级法院撤回抗诉，并通知下级检察院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“抄送上一级检察院、上级可撤回”这一条，体现了检察系统内部对抗诉权本身的再监督——抗诉权不是下级检察院说提就提，上级有纠错和把关的空间。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两种抗诉书的结构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二审程序抗诉书六部分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审判监督程序抗诉书七部分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结构差异对照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三、二审程序中适用的抗诉书：结构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①首部：检察院名称＋案号（XX检XX诉刑抗〔〕XX号）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②抗诉案件来源及原审判决（裁定）情况：写明一审判决、裁定基本情况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③审查意见：指出原判决（裁定）错误所在，明确抗诉重点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④抗诉理由：主体部分，针对原判决、裁定错误具体批驳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⑤结论性意见、法律依据、决定和要求事项：“特提出抗诉，请依法判处”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⑥尾部：署“XX人民检察院”，注明具文时间，加盖院章／⑦附注：未被羁押的原审被告人写明住所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四、审判监督程序中适用的抗诉书：结构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①首部：写明所在省（自治区、直辖市）名称，不能只写地市名；涉外案件注明“中华人民共和国”字样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②原审被告人基本情况：年龄、出生日期、住址、身份证号、出生地、刑满释放或假释日期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③诉讼过程、生效判决或裁定概况：一审/二审判决内容＋生效时间＋提起审判监督程序抗诉的原因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④对生效判决裁定的审查意见（含事实认定）：详细介绍原认定事实或新发现的事实证据＋审查意见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⑤抗诉理由／⑥结论性意见、法律根据、决定和要求事项／⑦尾部：署检察院名称并盖院印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二审程序 vs 审判监督程序抗诉书：结构差异对照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792"/>
                <a:gridCol w="4458723"/>
                <a:gridCol w="4458723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二审程序抗诉书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审判监督程序抗诉书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针对对象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未生效的一审判决、裁定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已生效的判决、裁定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首部内容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检察院名称＋案号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省级名称（不能只写地市）＋涉外注明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无单独“原审被告人基本情况”项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单列“原审被告人基本情况”，含羁押/服刑情况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结构部分数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六部分（含附注）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七部分（含附注）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法律依据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〔刑诉法2018年修正〕第228条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〔刑诉法2018年修正〕第254条第3款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五、抗诉理由的三个来源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来源一：事实不清、证据不足——以清楚的事实、充足的证据予以反驳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依据：刑事案件判决应“以事实为根据”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来源二：适用法律错误——定罪、量刑不当，重罪轻判或轻罪重判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依据：刑事案件判决必须“以法律为准绳”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来源三：违反法定诉讼程序——未保障回避权、辩护权、上诉权等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需逐个论述违反程序的事实表现，再写明对公正判决的影响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书写抗诉理由的三项要求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要有针对性：哪一部分错就对哪一部分提出抗辩理由，做到有的放矢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理由要充分、具体：深入透彻分析，抗之有理、诉之有据，切忌笼统含糊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论证要有力、合乎逻辑：层次分明，多个错误时用序码分条逐项阐明，不能纠缠混杂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这三项要求，跟我们第7讲讲不起诉决定书结论段“具体事实支撑结论”的纪律是同一个写作哲学——检察院的任何一句结论性判断，背后都要能拿出经得起检验的具体依据。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教材实例：赵XX诈骗案抗诉书（节选）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 · 节选自《法律文书写作（第五版）》第三章第三节范例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北京市XX区人民法院以（2019）京0105刑初XX号刑事判决书对被告人赵XX涉嫌诈骗罪一案判决：犯诈骗罪，犯罪数额10万元，判处有期徒刑5年，罚金人民币5万元。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院依法审查后认为，该判决未认定我院起诉书中指控的被告人赵XX诈骗罪犯罪数额50万元的意见，确有错误，理由如下：一、被告人虚构身份令被害人产生错误认识并交付50万元……五、赵XX收款后无任何能力和身份可以办理……该行为完全违背被害人的意志，法院判决认定犯罪数额10万元导致剩余违法所得钱款无法追缴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综上所述，北京市XX区人民法院（2019）京0105刑初XX号刑事判决书存在错误论证，导致未依法认定被告人赵XX诈骗罪犯罪数额，系犯罪事实认定错误。为维护司法公正，准确惩治犯罪，依照《中华人民共和国刑事诉讼法》第二百二十八条的规定，特提出抗诉，请依法判处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（教学提示：本范例为教材公开范文，人物姓名经脱敏处理，对应二审程序抗诉书格式一，抗诉理由属于“事实认定错误”类型。）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陈卫东、刘计划《法律文书写作（第五版）》第三章第三节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课堂讨论：一道类型判断题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案情：一审判决已生效满两年，省检察院发现该判决适用法律错误，量刑畸轻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我问大家：这份抗诉书应当按哪种程序制作，由谁提出？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答案：审判监督程序抗诉书——判决已生效且超过上诉期，不受时间限制，由上级检察院（省检察院对下级法院）提出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对比：若判决刚下达、尚在上诉期内，则应是二审程序抗诉书，只能由同级检察院提出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第八讲　人民检察院抗诉书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抗诉书是检察院对法院裁判行使审判监督权的文书，监督对象从“是否追诉”转向“裁判是否正确”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两种类型：按上诉程序提出（同级、受时间限制）／按审判监督程序提出（上级、不受时间限制）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抗诉理由的三个来源——事实不清证据不足、适用法律错误、严重违反诉讼程序，分别对应不同的论证方法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任选教材中三类常见判决错误之一（事实不清证据不足／适用法律不当／严重违反诉讼程序），自拟简化案情，写一份不少于600字的抗诉理由段落，注意做到“有针对性、充分具体、有逻辑条理”三项要求，下次课抽查互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