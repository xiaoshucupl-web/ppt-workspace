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第十六讲 · 法院文书（七）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人民法院调解书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从“裁判说理”到“促成和解”：调解书写法的转换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配套教材：第四章第八节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导入：从判决书到调解书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前面六讲学完了一审、二审刑事判决书和一审、二审民事判决书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今天进入调解书：人民法院解决纠纷的另一种重要方式，不是“裁判是非”，而是“促成和解”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结构上仍是首部、事实、理由、（调解协议）、尾部，但写法因调解性质而有实质差异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调解书的概念与法律效力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概念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适用范围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与判决书同等的法律效力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一、调解书的概念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调解，是在人民法院的主持下，在查明案件事实、分清是非的基础上，促使双方当事人互相谅解、达成协议、解决诉讼问题的一种方法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调解书：人民法院把经过调解达成的协议制作成的具有法律效力的文书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调解是人民法院处理民事案件和轻微刑事案件的一种重要方式，因而调解书是人民法院经常使用的一种司法文书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二、调解书的法律效力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依按照自愿、合法的原则达成的协议制作的调解书，与判决书具有同等的法律效力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当事人应当遵守达成的协议，一方不履行协议时，对方有权要求人民法院强制执行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对已经生效的调解书，如果发现有错误的，应当按照审判监督程序予以变更或撤销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调解书的格式、内容和写法同判决书基本相同，只是在内容上比较简单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首部：标题、案号、当事人称谓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一审用“原告人/被告人”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二审改为“上诉人/被上诉人”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再审改为“申诉人/被申诉人”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三、调解书首部当事人称谓的程序适配规则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3126"/>
                <a:gridCol w="7081113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审判程序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当事人称谓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一审程序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原告人、被告人（第三人单独列项，与判决书相同）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二审程序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上诉人（原审原告/原审被告）、被上诉人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再审程序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申诉人、被申诉人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四、首部的其他书写要求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标题：写明人民法院的名称和文书种类，如“××人民法院民事调解书”，右下方注明案号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当事人栏：分别写明原告人和被告人的姓名、性别等个人身份情况，写法与判决书相同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案由和审理经过的衔接句：“上列当事人因……一案，经本院审理，查明：……”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事实、理由、调解协议三部分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事实部分要简要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理由部分要分清是非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调解协议要明确具体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五、事实部分的写法要求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双方当事人的关系，发生纠纷的原因和争议的焦点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当事人双方对争议问题所持主张及各自的理由和所提供的证据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原告的要求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事实部分的论述应当简要一些，不要堆砌案件事实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六、理由部分的两方面内容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（1）对纠纷的事实和当事人双方争执的主要分歧，进行实事求是的分析，分清是非，讲清道理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（2）根据政策和法律，对当事人双方各自的主张进行评定：合乎政策、法律精神的应予肯定；违反法律规定的非法行为应坚决予以否定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目的是使双方当事人都能够接受调解并达成协议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七、调解协议部分的书写要求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内容来源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调解达成协议的具体内容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协议内容必须合乎法律规定、双方自愿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写法标准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协议内容必须明确、具体，具有解释的单一性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含含糊糊、拖泥带水：不利于执行，且可能引发争议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尾部：生效条款、署名、核对戳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签收即生效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审判人员和人民陪审员署名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调解成立日期与生效日期的区分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八、尾部的书写要点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在达成协议的具体项目之下，写明“本调解书经双方当事人签收后，即具有法律效力”字样，并注明调解成立的时间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调解成立日期：当事人在法院主持下最后达成协议的日期；调解生效日期：调解书送达的日期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审判人员和人民陪审员署名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左下方写明“本件与原本核对无异”字样，右侧注明制成调解书正本的年月日，由书记员署名，加盖院印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九、二审调解书与一审调解书的差异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3126"/>
                <a:gridCol w="7081113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差异点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具体规则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当事人称谓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“原告人/被告人”改为“上诉人/被上诉人”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原判决处理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调解书上应当写明原判决被撤销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署名要求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署上合议庭成员的姓名（审判长、审判员）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范文研读：辽宁省××市中级人民法院民事调解书节录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辽宁省××市中级人民法院 民事调解书 （2021）辽××民终××号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上诉人（原审原告）：王××，男……上诉人王××因与被上诉人闰××婚约财产纠纷一案，不服××县人民法院（2021）辽××民初××号民事判决，向本院提起上诉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王××上诉称：请求撤销一审判决，改判支持王××的全部诉讼请求……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本案在审理过程中，经本院主持调解，双方当事人自愿达成如下协议：一、闰××于2021年12月30日之前一次性给付王××彩礼款5万元……如逾期未付闰××给付王××的彩礼款增至7万元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上述协议，不违反法律规定，本院予以确认。本调解书经双方当事人签收后，即具有法律效力。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陈卫东、刘计划《法律文书写作（第五版）》第四章第八节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课堂讨论：调解协议为何要写“逾期未付增至7万元”？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讨论题：上面范文中的调解协议约定，如果逾期未付彩礼款，金额由5万元增至7万元，这种“加重条款”的写法有什么实际意义？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提示：结合调解书与判决书具有同等法律效力、当事人不履行可申请强制执行的制度背景思考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课堂讨论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第十六讲　人民法院调解书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概念与效力：调解书的概念、与判决书同等的法律效力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首部：标题案号、当事人称谓的程序适配规则（一审/二审/再审）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事实、理由：简要叙述、分清是非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调解协议：明确具体，具有解释的单一性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尾部：签收生效、署名、核对戳，二审调解书的特殊要求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下一讲我们将学习人民法院的执行文书，包括执行裁定书、执行决定书和执行通知书的写法。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