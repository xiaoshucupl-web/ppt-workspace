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第十一讲 · 法院文书（二）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一审刑事判决书（上）：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首部·事实·理由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把五部分结构总览，落实到首部、事实、理由三部分的具体写法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配套教材：第四章第一节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导入：从总论到具体写法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上一讲建立了五部分结构总览：首部、事实、理由、判决结果、尾部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本讲聚焦首部、事实、理由三部分的具体写法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下一讲再讲判决结果和尾部，并配合完整范文研读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首部的完整写法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案件由来、审判组织、审判方式、审判经过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审判委员会讨论决定案件的特殊写法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一、案件由来、审判组织、审判方式、审判经过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案件由来：人民检察院提起公诉，或自诉人提起自诉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审判组织：合议庭审理还是独任审判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审判方式：公开审理还是不公开审理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审判经过：人民检察院是否派员出庭；出庭人员名单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出庭人员应写明被告人及其辩护人、证人等，体现保障诉讼参与人权利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受害严重的被害人、与案件利害关系密切又最了解案情的证人，应写入出庭人员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二、审判委员会讨论决定案件的写法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依据〔刑事诉讼法2018年修正〕第185条，疑难、复杂、重大案件可由审委会讨论决定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此类案件应在“本案”与“现已审理终结”之间，增写：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经合议庭评议，审判委员会进行了讨论并作出决定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范文研读：首部开头部分节录（普通程序）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××人民法院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刑事判决书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（××）××刑初××号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公诉机关：××人民检察院。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被告人：……（姓名、性别、出生年月日、民族、出生地、职业或工作单位和职务、住址、强制措施情况、现羁押处所）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辩护人：……（姓名、工作单位和职务）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××人民检察院以××检××诉（××）××号起诉书指控被告人××犯××罪，于××年××月××日向本院提起公诉。本院依法组成合议庭，公开（或不公开）开庭审理了本案。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陈卫东、刘计划《法律文书写作（第五版）》第四章第一节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事实部分的四方面内容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概括叙述指控事实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供述辩解与辩护要点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确认的犯罪事实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证据的写法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三、事实部分为何重要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判决书中载明的事实是判决的基础，是判决理由和判决结果的根据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写入控辩双方意见的意义：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促进审判质量提高、提升刑事判决透明度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尊重当事人诉讼权利、体现人民法院公正形象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突出争讼焦点，便于认定事实、列举证据、阐述判处理由时有的放矢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归纳双方意见要言简意赅，防止文字冗长，避免与后文重复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四、事实部分四方面内容（一）（二）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（一）概括叙述检察机关指控的基本案情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写明时间、地点、动机、目的、手段、行为过程、危害结果、事后态度等要素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以是否具有犯罪构成要件为重点，兼叙影响量刑轻重的情节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叙述顺序：一般按时间先后；一人犯数罪主罪详写；共同犯罪以主犯为主叙述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（二）写明被告人供述辩解和辩护人辩护要点及有关证据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五、事实部分四方面内容（三）（四）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（三）写明判决所确认的犯罪事实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（四）写明用作认定事实的证据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证据要经过查对属实，间接证据定案有矛盾的要综合分析、去伪存真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证据与被证明的事实要有必然的、有机的联系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证据要能够互相印证、环环紧扣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写得明确具体，杜绝用“事实清楚、证据充分”等抽象笼统表述代替具体分析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理由部分的写作要求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确定罪名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量刑情节论定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对控辩意见的回应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引述法律条文的顺序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六、理由是判决的灵魂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理由是将犯罪事实和判决结果有机联系在一起的纽带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核心内容：运用法律规定、政策精神与犯罪构成原理，分析行为实质，论证应如何处理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反对说空话、套话、千篇一律；力求系统透彻、逻辑严密、无懈可击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七、理由部分书写要点（1）（2）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（1）确定罪名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以刑法分则各条规定的罪状特征为依据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以被侵犯的直接客体为基础，不是同类客体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一人犯数罪：先定重罪，后定轻罪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共同犯罪：先分清地位作用与责任，再确定主从犯罪名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（2）量刑情节论定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从重、加重情节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从轻、减轻、免除处罚情节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具有一种或数种的，应分别肯定或综合论定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八、理由部分书写要点（3）：回应控辩意见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对检察机关指控的罪名，正确的应予肯定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不构成犯罪或罪名不当的，应有理有据地分析评定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对辩护的主要理由，应表明予以采纳或不予采纳的主要理由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不能“他告他的、你辩你的、我判我的”，互不挂钩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九、理由部分书写要点（4）：引述法律条文的顺序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0556"/>
                <a:gridCol w="7523683"/>
              </a:tblGrid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条文类型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引述顺序规则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定罪量刑条文 vs 从重从轻条文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先引定罪与量刑幅度条文，后引从重、加重、从轻、减轻、免除处罚条文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主刑 vs 附加刑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先引主刑条文，后引附加刑条文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本罪 vs 他罪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适用以他罪论处的，先引本条，再按规定引相应他罪条文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数罪并罚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逐罪引用法律条文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共同犯罪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一般共同犯罪可集中引用；必要时逐人逐罪引用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实体法 vs 程序法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一般先引程序法，后引实体法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十、引述法律条文：准确、完整、具体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准确：要恰如其分地适合判决结果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完整：要把据以定性处理的法律规定和盘托出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具体：要引出刑法分则条文外延最小的规定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条下分款分项的，应写明第几条第几款第几项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只分项不分款的，写明第几条第几项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全国人大常委会“决定”“补充规定”和单行刑事法规，效力与刑法相同，引述顺序规则同样适用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课堂讨论：理由部分为什么不能只罗列证据？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讨论题：如果理由部分只写“以上事实清楚，证据充分，被告人也供认不讳，足以认定”，存在什么问题？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请结合裁判文书说理性改革的要求展开思考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课堂讨论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十一、与前面各讲的衔接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事实部分的“指控基本案情”对应第6讲起诉书的犯罪事实部分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理由部分对检察机关意见的回应，对应第9讲量刑建议书“法院一般应当采纳”规则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理由部分论证是否构成犯罪，呼应第7讲不起诉决定书“证据不足不起诉”的判断逻辑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第十一讲　一审刑事判决书（上）：首部·事实·理由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首部：在案件由来、审判组织、审判方式、审判经过基础上，注意审委会讨论案件的特殊写法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事实：概括指控案情、供述辩解与辩护要点、确认的犯罪事实、证据写法四方面缺一不可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理由：确定罪名、量刑情节论定、回应控辩意见、引述法律条文顺序规则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下一讲学习判决结果和尾部的具体写法，并完整研读普通程序判决书范文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作业：请任选一份公开的一审刑事判决书（裁判文书网检索），标出其“事实”部分四方面内容分别对应的具体段落，下次课交流。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