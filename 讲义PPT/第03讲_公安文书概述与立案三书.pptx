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第三讲 · 公安机关文书（一）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公安文书概述</a:t>
            </a:r>
          </a:p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立案三书：受理登记 · 立案报告 · 破案报告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刑事诉讼的第一道工序——从“有没有案子”到“立不立案”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配套教材：第二章第一至三节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导入：进入公安文书模块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从今天起，我们离开总论，进入第二模块——公安机关的主要法律文书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公安机关是刑事诉讼的“第一棒”，多数案件的事实和证据基础在这里打下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侵查终结的质量，直接决定后面起诉书写不写得出来、判决书判不判得稳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第3 讲到第5 讲，按办案先后顺序走一遍公安文书：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第3 讲　立案三书——受案登记、立案报告、破案报告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第4 讲　提请批准逮捕书、起诉意见书——强制措施与移送审查起诉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第5 讲　各类侦查笔录——现场勘查、侦查实验、讯问询问、搜查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记住一句话：公安文书写得不实、不细，后面所有文书都是在错误的地基上盖楼。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一、公安机关法律文书体系一览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公安机关常用文书大体分三类——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立案管辖类：受案登记表、立案报告、破案报告、立案决定书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强制措施与移送类：拘留证、逮捕证、提请批准逮捕书、起诉意见书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侵查取证类：讯问笔录、询问笔录、现场勘查笔录、侵查实验笔录、搜查笔录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现行依据：《公安机关刑事法律文书式样（2012 版）》，8 大类、95 种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本讲聚焦第一类中的“立案三书”——它们是整个刑事诉讼程序的起点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〔文书式样以现行有效版本为准〕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第一节　受理案件登记表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最初的、最基础的一份记录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“受理”≠“立案”，先厘清这两个概念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（一）受理案件登记表的概念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受理刑事案件登记表，是公安机关工作人员接受立案材料后，对刑事案件最初情况的记录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法律依据：《刑事诉讼法》第110 条第3 款〔2018 年修正〕——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0" i="0">
                <a:solidFill>
                  <a:srgbClr val="3E3E3E"/>
                </a:solidFill>
                <a:latin typeface="楷体"/>
                <a:ea typeface="楷体"/>
                <a:cs typeface="楷体"/>
              </a:rPr>
              <a:t>    “公安机关、人民检察院或者人民法院对于报案、控告、举报，都应当接受。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0" i="0">
                <a:solidFill>
                  <a:srgbClr val="3E3E3E"/>
                </a:solidFill>
                <a:latin typeface="楷体"/>
                <a:ea typeface="楷体"/>
                <a:cs typeface="楷体"/>
              </a:rPr>
              <a:t>    对于不属于自己管辖的，应当移送主管机关处理，并且通知报案人、控告人、举报人；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0" i="0">
                <a:solidFill>
                  <a:srgbClr val="3E3E3E"/>
                </a:solidFill>
                <a:latin typeface="楷体"/>
                <a:ea typeface="楷体"/>
                <a:cs typeface="楷体"/>
              </a:rPr>
              <a:t>    对于不属于自己管辖而又必须采取紧急措施的，应当先采取紧急措施，然后移送主管机关。”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要害：“受理”是程序上必须接收材料的义务，不等于已经决定立案侦查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〔条文请以现行有效文本为准〕——这是公安文书课贯穿的纪律，下面不再逐条重复提示。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（二）受理案件登记表的六项内容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第一项　报案人的基本情况：姓名、性别、年龄、地址、单位、电话、报案方式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第二项　发案时间、发案地点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第三项　犯罪嫌疑人的基本情况：姓名、性别、年龄、单位及住址、特征及特殊标记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第四项　简要案情：受害情况、损失物品数量、特征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第五项　处理结果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第六项　受理人签名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六项内容，对照着记：人——时地——人——事——果——签。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受理与立案的关系：一道思考题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我问大家一个问题：派出所接到一个报案电话，记了一张登记表，这时候案子算不算“立案”了？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提示：再想想“受理”这个词的字面意思——“接受”和“处理”是两件事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答案：没有。受理只是“收下材料、记录下来”，立不立案，要经过审查后另行决定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现实意义：很多当事人以为报了案、登记了表，案子就“立”了，这是常见误解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正确的告知口径：“您的材料我们已经受理登记，是否立案，公安机关会依法审查后决定”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这道题历年都考，也是基层接待群众时最容易引起误会、引发投诉的一个点。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第二节　立案报告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立案＝是否将案件作为诉讼案件处理的判断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五项内容：发现情况、勘查情况、调查情况、案情分析、侵查计划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（一）立案的概念与立案报告的地位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立案：公安、司法机关对已发生的犯罪案件按管辖范围审查后，决定作为诉讼案件处理的诉讼行为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流程：接到报案、控告、举报、自首材料，或自行发现犯罪线索 → 按管辖审查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确有犯罪事实需追究刑事责任的 → 立案处理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没有犯罪事实，或犯罪事实显著轻微、不需追究的 → 不予立案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符合立案条件的，写成书面报告，报请领导机关审查批准，这份报告就叫立案报告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地位：立案报告是刑事诉讼第一阶段的文字材料，是刑事诉讼活动的第一道工序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关键区分：立案报告只在公安机关内部使用，存入侦查卷，不对外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对照第1 讲学的“报告类对内、文书类对外”，立案报告是报告类的典型代表。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（二）撰写立案报告的两条原则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原则一　迅速及时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立案愈接近犯罪发生的时间，案件侦破愈快，与犯罪斗争的效果愈明显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任何拖延、迟误，都可能给侦查带来不利影响，甚至贻误战机、放纵犯罪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原则二　实事求是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不论依据本机关发现的事实，还是依据报案、控告、举报、自首材料，都要据实记录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若书写人基于主观想象或臆断而非事实，结果很可能是混淆是非、错罚无辜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这两条原则，看似各管一头，其实互相制约——快不能牺牲准，准也不能牺牲快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立案报告的五项内容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6792"/>
                <a:gridCol w="4954137"/>
                <a:gridCol w="3963309"/>
              </a:tblGrid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写什么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要害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①案件发现情况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报案/发现人是谁、案件发生发现的时间地点情节原因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概括叙述，文字简要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②现场勘查情况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现场环境、尸体状况（如有）、现场状况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为确定案件成立、判断性质提供依据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③调查情况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调查对象与调查内容（报案人/事主/证人/邻里等）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有价值的写，无关的不写，严加甄别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④案情分析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对作案手段、嫌疑人特征、作案时间地点人数等的初步判断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全篇重点，有几种可能可并列，标明可能性大小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⑤侵查计划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任务分工、方向范围、应查明问题、步骤方法、预计期限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立案报告的核心，指导后续破案工作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①案件发现情况：写法要点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着重写明五点——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报案人或发现人是谁，是否为受害人或事主；姓名、性别、年龄、职业、住址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报案人对发现情况或发生经过的陈述（目睹还是耳闻），含时间地点情节原因、现场情况、犯罪嫌疑人去向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侵查机关自行发现的，写明发现的经过情况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犯罪嫌疑人自首或被当场拿获的，可扼要写交代情况，但必须以勘查、调查证实的内容为依据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被害人或事主陈述的，内容同上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提醒：这部分只需概括叙述，详细的作案情节、原因留给后续深入侵查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②现场勘查情况：写法要点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现场＝罪犯作案的地点和有关场所；现场勘查＝对现场事物、尸体、痕迹、物品的勘验或检验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作用：为确定案件成立提供依据，为判断案件性质、确定侵查范围方向提供证据线索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着重写明——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现场环境状况：市区/市郊、周围地形地物、室内的街道里弄位置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现场尸体状况（凶杀案）：死者身份特征、正常/非正常死亡、尸体位置及移动迹象、衣物特征、致死手段、尸僵尸斑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现场状况：原物品布置及变动、有无搏斗痕迹、血迹分布、遗留物证、出入路线痕迹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记述方式：可按勘查步骤先后次序，也可按项目要点分别记写，依实际情况而定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③调查情况：对象与内容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调查的对象——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报案人或发现人、事主或受害人、证人、死者亲属亲友邻居、基层干部党团员积极分子、其他知情人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调查的内容——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案件发生发现的时间地点经过；受害人事前异常表现及接触往来情况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犯罪嫌疑人是谁、与受害人关系、作案情节手段原因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嫌疑人形象特征、口音动作、逃跑方向藏匿处所；受害人财物丢失情况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现场附近有无异常人员、去向不明者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原则：对案情有价值的要写，无关或关联不大、没有价值的就不写，不能不加甄别全都写上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如果为了迅速立案来不及调查，可以不写调查情况，这是允许的——迅速及时原则优先。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④案情分析：立案报告的重点所在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六个方面的判断（依案情有重点地进行，不必样样俱全）——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致死/伤手段、凶器、药物、致死时间的判断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犯罪嫌疑人是谁，形象特征、性情癖好、职业身份、年龄、逃匿方向的判断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作案时间地点（是否第一现场）、作案条件过程、作案人数的判断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作案性质、原因、动机、目的、后果的判断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证言证物真伪、陈述与现场勘查是否吻合的判断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赃款赃物及去向的判断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写法纪律：必须以事实为依据，没有根据的坚决不写；有几种可能可并列，并说明可能性较大者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切忌现象罗列、巨细无遗；语言力求概括、简明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⑤侵查计划：立案报告的核心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侵查计划是立案之后如何继续侵查破案的方案，根据现场勘查和调查访问结果、在案情分析基础上制订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主要内容——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确定侵查人员的任务分工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确定侵查的方向、范围和主要目标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确定应查明的问题和扩大的线索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确定侵查的步骤、方法、措施和对策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确定侵查的期限（预计）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动态性：侵查计划不是一成不变的，随侵查深入应及时修订、补充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范文研读：“8·24”枪支被盗案立案报告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教材范例（公安厅刑侦大队报告）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看五项内容如何在真实文书中落地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范文（上）：发现经过 · 现场勘查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关于“8·24”枪支被盗案的立案报告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省公安厅：1999 年8 月25 日上午8 时半，XX 体育局陈XX 电话报称，1999 年8 月24 日拂晓，S 市体育局业余射击队两支“五四”式手枪被盗，现场已保护，请公安厅派人侦破。我们接此电话后……派刑侦大队副队长凡XX 带领4 名侵查干部赶赴实地进行现场勘查、调查访问，并初步分析了案情。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一、发现经过：8 月25 日上午7 时半，该队队员严XX、肖XX 准备拿自己的武器去训练，发现放在床上的两支“五四”式手枪不见了……陈立即向公安局报了案。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二、现场勘查：中间现场是20 号房间……两支“五四”式手枪放的位置距东窗2.1 米，窗户距地面1.4 米，窗户敞开，窗框和窗扣未遭破坏，有关部位未发现作案遗留痕迹……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来源：教材第二章第二节范例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范文（下）：分析判断 · 工作部署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四、分析判断：（一）案件是否存在？认为案件是存在的。理由是……（二）时间的推断：11 点多钟至凌晨2 点作案的可能性最大。（三）什么人来偷枪？有预谋、有准备、有目的偷枪的可能性较大。（四）作案范围：城关镇及附近的人作案可能性大，但不排除流窜犯作案。（五）对象刻画：属年轻人作案可能性大……可能用窗外钓鱼的手法盗枪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五、工作部署：（一）开展五摸五查活动……（二）方法和要求：从法制教育入手，充分发动群众……（三）力量分工，分三条线。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5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简要评析：这份立案报告事项齐全，基本符合要求，语言通顺明了，繁简也还得当。不足之处是工作部署中力量分工一项简要但不够清楚。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来源：教材简要评析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第三节　破案报告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侵查终结的总结性文书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与立案报告是“先行—继续发展”的关系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（一）破案报告的概念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刑事案件经过侵查，犯罪事实已经查清，证据确实充分，应追究刑事责任时，侵查即告终结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案情重大或较典型的，应写出总结性的侵破案件书面材料上报——这就是案件侵查终结报告，即破案报告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案情简单或不够典型的，可以不写完整报告，但应填写“呈请破案报告书”（简表式）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作用：既可作为制定起诉意见书或不起诉意见的依据，又可对以后侵查工作起指导作用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“呈请破案报告书”五部分简表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第一部分　犯罪嫌疑人的基本情况（姓名、性别、出生日期等，尚未确定嫌疑人的写明案件基本情况）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第二部分　呈请事项——破案的事项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第三部分　事实依据——详细叙述有关案件事实，并对证据进行分析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第四部分　法律依据——写明依据的具体法律规定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第五部分　结语和落款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这是一份简化报告，适用于案情简单、不够典型的案件；案情重大或典型的，要写完整的破案报告。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（二）破案报告与立案报告的关系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共同点：都是侵查阶段的书面报告，都是刑事诉讼活动开始阶段的司法文书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区别——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立案报告：通过初步侵查认定犯罪事实、确定案件成立，只反映侵查活动的部分情况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破案报告：立案确定之后继续侵查直至破案，反映侵查活动的全部情况，是侵查终结后的总结性文书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一句话记住关系：立案报告是破案报告的基础与先行，破案报告是立案报告的继续与发展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（三）破案报告的内容和写法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① 案情概况：写法要求与立案报告基本相同，但已破案、真相大白，应从破案角度照应取舍，剔除立案报告中不确实的材料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② 案情分析：在立案报告分析基础上更进一层，而非内容重复；得出更准确、更全面、更符合实际的判断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③ 侵破方案：内容项目与立案报告侵查计划大体一样，但原计划经实践检验后已有修改补充，应写得更切合实际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④ 破案经过——重点部分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执行侵破方案情况（含方案的变更修正补充）；查明嫌疑人、执行逮捕情况；预审情况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可按时间顺序写，也可按问题线索逐步查清、疑点逐一查明的过程写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⑤ 经验总结：包括成功经验和失败教训，要求准确简明概括，实事求是，切忌虚假夸大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破案经过部分的目的，是检验立案报告中侵查计划的分析判断是否准确，为总结经验教训提供依据。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立案报告 与 破案报告 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立案报告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时点：刑事诉讼第一阶段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反映：侵查活动的部分情况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核心部分：侵查计划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性质：确定案件成立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破案报告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时点：侵查终结之后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反映：侵查活动的全部情况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核心部分：破案经过、经验总结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性质：总结性，达到提起诉意见或不诉意见的程度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一处易错点：把三份文书混为一谈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易混淆一：受理案件登记表 与 立案决定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登记表只是记录“收到了材料”，不代表已经决定立案——这是程序上的两个独立动作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易混淆二：立案报告（对内）与立案决定书（对外）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立案报告是公安内部审批用的报告；立案决定书是对外的决定文书，二者主体、用途不同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易混淆三：破案报告（对内总结）与起诉意见书（对外移送）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破案报告先于起诉意见书产生，是为制作起诉意见书打基础的内部材料，下一讲会详细讲起诉意见书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三组概念的共同规律：内部 vs 对外、记录 vs 决定、过程性 vs 结论性，分清主体和用途，就不会混。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案例讨论：一道立案报告分析题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我们来做一次课堂讨论。设定情境：某派出所接到群众举报，称邻居家深夜频繁有陌生人进出，疑似窝藏赃物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民警出警了解情况，未发现现场作案痕迹，举报人也说不清具体见到了什么违法事实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请大家思考：这种情况，能不能立案？需要走哪几步？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引导分析：先看《刑事诉讼法》第110 条受理义务——必须接受材料，但受理不等于立案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再看立案的实质要件——是否“确有犯罪事实需要追究刑事责任”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本案目前只是怀疑，没有查实的犯罪事实，按教材的标准，这属于“没有犯罪事实”或事实不清，应先调查而非直接立案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正确步骤：先受理登记 → 初步调查核实 → 视调查结果决定是否立案、写立案报告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这道题练的是“受理—调查—立案”三阶段的先后顺序，是公安办案最基础也最容易跳步骤出错的环节。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写作实训提示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练习方法：拿到一个案情材料，先按五项内容列提纲，再填充文字，不要想到哪写到哪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案件发现情况和调查情况，重客观记录，不要提前下结论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案情分析部分，要敢于写判断，但每个判断后面要有事实支撑，没有依据的不写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侵查计划要具体到任务分工、方向范围、步骤方法，不能写成“全力侦破、限期破案”这类空话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教材范例里“工作部署”一项写得简要但不够清楚，这恰恰是初学者最容易模糊带过的地方，练习时要刻意补足。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第三讲　公安文书概述 · 立案三书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本讲小结 · 思考 ·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受理案件登记表：六项内容——报案人、时地、嫌疑人、简要案情、处理结果、签名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立案报告：迅速及时＋实事求是两原则；五项内容——发现情况、现场勘查、调查情况、案情分析、侵查计划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破案报告：与立案报告是先行—继续发展的关系；五部分写法，重点在破案经过与经验总结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易混点：受理≠立案；报告（对内）≠决定书（对外）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下一讲：提请批准逮捕书、起诉意见书——从立案走向强制措施和移送审查起诉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作业：自拟一起简单盗窃案案情（教学示例，注明虚构），按五项内容写一份立案报告，约500 字，重点写好案情分析与侵查计划两项。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