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第五讲 · 公安文书（三）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侦查笔录五种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——把“看到的”写成证据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现场勘查·侦查实验·讯问·询问·搜查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配套教材：第二章第六、七、八节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导入：笔录和我们前面学的文书有什么不同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立案三书、提请批准逮捕书、起诉意见书——都是“报告/申请”性文书，有判断、有论证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笔录——是“记录”性文书，核心铁律：只记客观情况，不作分析判断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这一条贯穿今天五种笔录，是今天最重要的一条写作纪律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笔录在诉讼中的双重身份：既是侦查活动的过程记录，也是法定的证据种类之一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今天学的五种笔录，本质上都是“证据制作说明书”，写得不客观、不准确，会直接影响证据效力。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第一节　现场勘查笔录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概念与三大作用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前言·叙事·结尾三部分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六项制作注意事项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一、现场勘查笔录的概念与作用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概念：侦查人员对发生案件的地点及遗留痕迹、物品的场所进行实地勘验、调查研究，依法定程序制成的书面材料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由三部分组成：现场记录＋现场照相＋现场绘图；重大案件还要有现场录像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三大作用——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①让没到场的人全面了解现场情况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②是研究案情、恢复现场原始状况的重要依据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③本身就是一种重要的诉讼证据，还能鉴别其他证据真伪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教材特别提到：现场勘查笔录对制作立案报告、破案报告、起诉文书都有重要意义——这跟我们第3讲学的立案报告是相互印证的关系。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现场勘查笔录的结构：前言·叙事·结尾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3286"/>
                <a:gridCol w="8510953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写什么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接报案时间/报案人陈述；现场保护人到达时间及发现情况；勘查领导人和勘查人姓名职务；见证人；勘查起止时间、顺序、气候光线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叙事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现场具体地点位置环境；现场中心及有关场所情况；各种痕迹物证的位置数量特征分布；现场上的各种反常现象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采取痕迹物证的名称数量；拍照绘图的种类数量；勘查指挥人及参加人签章；见证人签章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二、制作现场勘查笔录的六项注意事项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①记录顺序应与实地勘验顺序一致——防止遗漏重复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②客观、准确——只记所见，不写分析判断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反例：“窗户玻璃被打碎……显然罪犯是从这里进入室内的”——“显然”二字就是分析判断，不能写进笔录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③用语明确肯定——禁止“不远的地方”“较近”“大约”等模糊表述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④内容既要全面翔实，又要简明扼要、中心突出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⑤尸体检验、现场实验、物证检验、人身搜查应单独制作笔录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⑥多次勘查、多处现场，应分别制作（补充）笔录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这六项里，第②③两项是考试和实务中最容易出错、也最容易被考到的点，务必记住具体例子。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第二节　侦查实验笔录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概念与适用情形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前言·正文·结尾三部分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法定格式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三、侦查实验笔录的概念与适用情形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概念：为确定案件相关事实和行为在某种条件下能否发生或怎样发生，按原条件进行模拟试验，对试验条件、过程、结果的客观记载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特殊性：不是对原始情况的观察记录，而是对模拟情况的记载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依据：〔刑事诉讼法2018年修正〕第135条、《公安机关办理刑事案件程序规定》第221条——须经县级以上公安机关负责人批准，全程录音录像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七种适用情形——能否听见看见／能否完成某行为／发生条件／工具能否留痕／行为与痕迹是否吻合／痕迹变异条件／事件如何发生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铁律：禁止一切足以造成危险、侮辱人格或有伤风化的行为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侦查实验笔录的结构与法定格式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3286"/>
                <a:gridCol w="8510953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写什么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实验起止时间、参加人姓名单位职务；案件基本情况、简要案情、实验目的要求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正文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实验方法过程结果：条件方法、各参加者分工位置、实验次数及条件变更、每次结果、固定结果方法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参加实验的有关人员签名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侦查实验笔录的法定要素清单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时间（起止）／侦查人员姓名单位／记录人姓名单位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当事人／对象／见证人／其他在场人员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事由和目的／地点／过程和结果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落款：侦查人员、记录人、当事人、见证人、其他在场人员签名＋页码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适用范围：检查、复验复查、侦查实验、搜查、查封、扣押、辨认、提取均可套用此格式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这份格式不是“侦查实验”专用，教材特别注明八种侦查行为都可以套用这一套笔录格式，记一个等于记一类。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第三节　其他笔录：讯问·询问·搜查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讯问笔录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询问笔录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搜查笔录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四、讯问笔录的概念与内容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概念：审讯人员提问和犯罪嫌疑人回答的客观记载，反映嫌疑人对罪行的供述和辩解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内容五项——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①讯问起止时间、地点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②讯问人员姓名（不得少于2人）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③嫌疑人身份概况（姓名/曾用名/性别/年龄/民族/户籍/学历/前科等）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④犯罪情节手段过程起因结果＋讯问人问题与嫌疑人陈述辩解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⑤完备的法律手续——笔录交嫌疑人核对，错记漏记可更正补充，按指印签名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“完备的法律手续”这一项最容易被忽视，但恰恰是讯问笔录证据效力能不能站得住的关键。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教材实例：对盗窃嫌疑人曹XX的讯问笔录（节选）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 · 节选自《法律文书写作（第五版）》第二章第八节范例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讯问时间：2017年1月20日9时30分起至11时0分。讯问地点：XX看守所。讯问人：王XX、李XX。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问：你把你盗窃的经过讲一下？答：2016年6月5日上午，我到儿童医院准备偷东西……我用右手插到她的口袋里，把手机掏出来。我正准备拿手机走时，被旁边一个男的抓住了。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问：现在向你宣读笔录，你听一下是否与你讲的相符？答：笔录向我宣读过，和我讲的相符。曹XX（指纹）2017年1月20日。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（教学提示：本范例为教材公开范文，人物姓名经脱敏处理。）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陈卫东、刘计划《法律文书写作（第五版）》第二章第八节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五、询问笔录的概念与内容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依据：〔刑事诉讼法2018年修正〕第127条——询问证人的程序规定，也适用于询问被害人、鉴定人、见证人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内容：证人姓名性别年龄职业住址工作单位；事件经过具体细节；所述情况来源、当时环境自然条件；还有谁知道或能证明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程序要求：笔录交证人核对，无阅读能力的应向其宣读，差错遗漏允许改正补充并按手印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铁律：每个证人必须单独制作询问笔录！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不得把几个证人的证言写在一份笔录里，更不准只做一人笔录而让其他证人签字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教材实例：证人袁XX询问笔录（节选）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 · 节选自《法律文书写作（第五版）》第二章第八节范例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询问时间：2017年12月9日。询问地点：XX工厂会议室。证人：袁XX，男，30岁，工人，高中文化，XX厂工人。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问：12月7日（也就是出事那天）你和吴XX在一起吗？答：……突然从路边冲出一个人，只见他手拿刀子两眼露凶光，恶狠狠地对我们俩说“要命还是要钱”……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问：你看清犯罪嫌疑人是个什么样的人？答：二十五六岁，身高1.75米左右，长头发，说话声音有点嘶哑。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以上记录我已看过，与我讲的一样。证人：袁XX（签名或盖章）记录员：XX（签名）2017年12月9日。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陈卫东、刘计划《法律文书写作（第五版）》第二章第八节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六、搜查笔录的概念与内容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概念：侦查人员依法对嫌疑人或可能隐藏罪犯、证据的人的身体、物品、住所等场所进行搜查后，反映搜查情况制作的文书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内容八项——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案由／搜查起止时间地点／执行人姓名职务及搜查证号（至少2人）／被搜查人姓名住址及搜查范围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搜查情况结果（何处发现何种工具痕迹物品）／参加搜查人及见证人／被搜查人意见／三方签名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搜查证号是搜查笔录合法性的关键依据，没有搜查证号或证号与实际不符，整份笔录的证据效力都会受到质疑。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五种笔录速记表：客观 vs 主观的边界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可以写（客观）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所见、所测、所量的具体情况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时间地点等可核实的精确数据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痕迹物品的位置数量特征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嫌疑人/证人的原话陈述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不能写（主观）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“显然是……”“可见……”等推断性结论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“不远”“大约”等模糊表述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记录人自己对案情的猜测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把几份笔录内容混在一起写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课堂讨论：一道笔录改错题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原句：“现场门窗紧闭，唯独北侧窗户玻璃破碎，窗台浮尘明显，估计是入室前就已经破损，与本案无关。”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我问大家：这句话哪里违反了笔录写作纪律？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“估计……与本案无关”——这是分析判断，不是客观记录，违反第②项纪律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正确写法：客观记下窗台浮尘是否有触动痕迹，破碎玻璃碎片分布情况，把“是否与本案有关”的判断留给案情分析环节去做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七、五种笔录与本章前四讲的呼应关系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现场勘查笔录 → 立案报告“现场勘查情况”一段的原始素材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讯问笔录、询问笔录 → 起诉意见书“犯罪事实”部分的事实来源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搜查笔录中的“扣押物品清单” → 提请批准逮捕书“证据”部分的具体证据项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一句话总结：笔录是“原始证据材料”，前面学的各种报告、意见书，是在笔录基础上加工出来的“成品文书”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这条线索把第3、4、5三讲串起来了：笔录管记录，报告/意见书管加工提炼，二者分工明确又彼此依赖。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第五讲　侦查笔录五种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现场勘查笔录：前言·叙事·结尾，六项注意事项，核心是“客观记录、不作判断”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侦查实验笔录：模拟试验的笔录，七种适用情形，须批准并全程录音录像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讯问·询问·搜查笔录：分别对应嫌疑人供述、证人证言、物证扣押三类不同证据来源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作业：请选取一种侦查行为（现场勘查/侦查实验/讯问/询问/搜查），自拟简单案情，写一份不少于400字的笔录片段，注意全篇不得出现任何带有分析判断色彩的词语，下次课抽查互评。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