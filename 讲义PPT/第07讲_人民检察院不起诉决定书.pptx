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第七讲 · 检察院文书（二）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人民检察院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不起诉决定书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起诉权的另一面：什么时候，检察院说“不”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配套教材：第三章第二节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导入：起诉书的镜像文书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第6讲学的起诉书：检察院认为构成犯罪、应当追究刑事责任 → 提起公诉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今天学的不起诉决定书：检察院认为不构成犯罪，或依法不应/不需追究 → 决定不起诉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二者是审查起诉阶段“一体两面”的结果，写作思路、结构有相通之处，但论证方向完全相反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起诉书是“指控”的文书，不起诉决定书是“不指控”的文书，但二者都要以事实和法律为依据，不能是拍脑袋的决定。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一、不起诉决定书的概念与特征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概念：检察院对移送起诉或自行侦查终结的案件，经审查认为不构成犯罪、证据不足，或符合法定不起诉情形，对嫌疑人作出不起诉决定，依法制成的文书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依据：《人民检察院刑事诉讼规则》第372条——决定不起诉的，应当制作不起诉决定书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特征：在被告人行为不构成犯罪、依法不应追究刑事责任，或犯罪情节轻微不需判刑/可免刑的情况下制作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起诉书 vs 不起诉决定书：性质与政策的根本不同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起诉书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前提：行为已构成犯罪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体现：国家刑罚权的统一性、严肃性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结果：移送法院，进入审判程序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不起诉决定书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前提：不构成犯罪，或已构成犯罪但依法可免予追究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体现：有错必纠、区别对待的政策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结果：终止追诉，立即释放（如在押）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不起诉决定书的范围与根据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五种法定不起诉情形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对应的法律条文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适用场景辨析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五种法定不起诉情形一览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206"/>
                <a:gridCol w="2972482"/>
                <a:gridCol w="5449551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法律依据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核心情形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法定不起诉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〔刑诉法2018年修正〕第16条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情节显著轻微危害不大／追诉时效已过／特赦／告诉才处理未告诉／嫌疑人死亡等六类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证据不足不起诉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第175条第4款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二次补充侦查后仍证据不足、不符合起诉条件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相对不起诉（酌定）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第177条第2款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犯罪情节轻微，依法不需判刑或可免刑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特殊立功不起诉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第182条第1款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自愿如实供述＋重大立功或涉国家重大利益，经最高检核准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附条件不起诉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第282条第1款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未成年人涉嫌特定犯罪、可能判一年以下、有悔罪表现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辨析：五种类型的实质差异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法定不起诉——“根本不该被追诉”，不构成犯罪或法定免责事由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证据不足不起诉——“查不清楚”，案件事实存疑、证据链不闭合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相对不起诉——“构成犯罪，但情节轻、没必要判刑”，检察院有酌定空间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特殊立功不起诉——“构成犯罪，但用不起诉换取更大的司法利益”（如重大立功）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附条件不起诉——“暂不起诉，给一个考验期”，专门针对未成年人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考试和实务中最容易混的是法定不起诉和相对不起诉——前者是“没有犯罪”，后者是“有犯罪但不必判刑”，性质完全不同。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不起诉决定书的结构与内容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首部·正文·尾部三部分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结论部分的三种写法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使用规定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二、不起诉决定书的结构：首部·正文·尾部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首部：XX人民检察院名称＋“不起诉决定书”字样＋案号（XX检XX刑不诉〔〕XX号）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正文——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①被不起诉人基本情况（写法同起诉书）／②辩护人基本情况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③案由及案件来源（过渡句不写“犯罪事实”，写“经审查证实事实如下”）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④案件事实情况／⑤不起诉理由、法律依据和决定事项（结论部分）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⑥涉案款物处理情况／⑦告知事项（被害人申诉权、被不起诉人申诉权）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尾部：检察院院名署名，具文日期为签发日期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③这一句过渡用语的改动，看似细节，实质是性质定位的体现——“犯罪事实”这个说法只能用在认定有罪的文书里。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三、结论部分的三种写法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第一种：事实部分不写事实，只写案由＋移送情况；结论直接写不构成犯罪、决定不起诉——适用案情简单的案件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第二种：事实部分写明查明的事实；结论写不构成犯罪的理由及决定——适用一般案件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第三种：事实部分写明查明的事实；结论纠正原举报/告发不实之处，阐明无罪理由——适用案情复杂、事实因果关系不易认定的案件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结论行文范式：“综上所述（根据以上事实），本院认为：……依照《刑法》/《刑事诉讼法》第XX条第XX款规定，决定对XX不予起诉，立即释放”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五套格式速查：依据不同条文各有侧重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517"/>
                <a:gridCol w="3302758"/>
                <a:gridCol w="5944964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适用条文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事实部分要点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第177条第1款（没有犯罪事实）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重点叙明不存在犯罪事实或非被不起诉人所为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格式二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第177条第2款（情节轻微）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概括叙写事实，重点写法定情节及酌定不起诉的具体理由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第175条第4款（证据不足）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概括写明事实不清、证据不足的具体情况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格式四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第182条（特殊立功）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写明自愿供述＋重大立功等有必要不起诉的事实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第282条（附条件，未成年人）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写明涉嫌罪名、悔罪表现、考验期及撤销条件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教材实例：温XX滥伐林木案不起诉决定书（节选）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 · 节选自《法律文书写作（第五版）》第三章第二节范例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被不起诉人温XX，男，1964年出生，XX村村委会主任。因涉嫌滥伐林木，于2017年12月15日被取保候审。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经本院依法审查查明：温XX在没有办理采伐证的情况下组织村民滥伐21棵杨树，立木材积共计11.2485立方米。2018年1月20日，温XX向林业局补交育林基金675元。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院认为，被不起诉人温XX实施了〔刑法〕第三百四十五条第二款规定的行为，但犯罪情节轻微，具有认罪态度好、补交育林金、没有个人盈利目的、主观恶性较小等酌定情节，根据〔刑法〕第三十七条的规定，不需要判处刑罚。依据〔刑事诉讼法2018年修正〕第一百七十七条第二款的规定，决定对温XX不起诉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（教学提示：本范例为教材公开范文，人物姓名经脱敏处理，对应格式二相对不起诉。）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陈卫东、刘计划《法律文书写作（第五版）》第三章第二节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四、不起诉决定书的使用规定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应当公开宣布，交给被不起诉人及所在单位；被不起诉人在押的，应当立即释放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公安机关移送的案件：决定书送达公安机关；公安机关认为有错误，可要求复议，不被接受可提请复核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自行侦查的案件：经检察长批准，副本送被不起诉人/家属、告发机关、告发人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有被害人的案件：决定书送被害人，被害人不服可在7日内申诉，或不经申诉直接向法院起诉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被不起诉人不服：可在7日内向检察院申诉，检察院应作出复查决定并抄送公安机关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“立即释放”和我们第4讲讲的“先放人、再复议”是同一条底线原则——程序性救济不能拖延实体性的人身自由。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提示：不起诉决定书 ≠ 法院宣告无罪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不起诉决定书的效力是“终止追诉程序”，无罪宣告权专属人民法院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证据不足不起诉：现有证据不能证明有罪，不等于确认没有实施被指控行为；发现新证据可重新启动追诉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法定不起诉：“不构成犯罪”是确定性结论，与证据不足不起诉的“存疑”性质不同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结论段写作范式：四步走结构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第一步：认定构成犯罪——“实施了……规定的行为”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第二步：转折引出从宽理由——“但犯罪情节轻微，具有……等酌定情节”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第三步：援引法律评价——“根据……不需要判处刑罚”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第四步：落定具体结论——“依据……决定对XX不起诉”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这个四步结构适用于相对不起诉、特殊立功不起诉等“构成犯罪但不予追究”类型的结论段写作。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附条件不起诉的考验期制度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考验期：六个月以上一年以下，自决定之日起计算（第283条）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未成年人应遵守：服从监督、报告活动情况、迁居须批准、接受矫治教育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撤销情形：违规情节严重／实施新罪／发现漏罪 → 提起公诉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区别于刑法上的“缓刑考验期”：诉讼阶段不同，决定主体不同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课堂讨论：一道类型识别题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案情：嫌疑人涉嫌故意伤害，公安机关两次补充侦查后，致害行为是否系本人所为仍无法确证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我问大家：这种情况应当适用五种类型中的哪一种？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答案：证据不足不起诉（第175条第4款）——“两次补充侦查仍证据不足”是这一类型的标志性触发条件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对比：如果一开始就能确证“行为不构成犯罪”，则属法定不起诉，不需要走两次补充侦查这道程序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第七讲　人民检察院不起诉决定书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不起诉决定书与起诉书是审查起诉阶段“一体两面”的结果，性质和政策导向完全相反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五种法定情形——法定不起诉/证据不足/相对不起诉/特殊立功/附条件，分别对应不同法条和五套格式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三部分结构＋结论部分三种写法，要点是“先放人、再复议”的程序底线和被害人/被不起诉人双向申诉权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作业：请选择五种法定不起诉类型中的任意一种，自拟简化案情，写一份不少于500字的不起诉决定书事实和结论部分，注意结论部分的法条引用和行文范式要规范，下次课抽查互评。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