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第十八讲 · 法院文书（九）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笔录：法庭笔录、评议笔录、宣判笔录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从“裁判文书的制作”到“审判活动过程的记录”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配套教材：第四章第十节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导入：从执行文书到笔录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上一讲学习了执行文书：解决“已经确定的权利义务关系应当如何实现”这一程序问题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今天学习笔录：如实记载诉讼活动的文书，是制作判决书的重要根据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笔录是审判活动过程的“原始记录”，判决书、调解书等裁判文书都是在笔录基础上加工形成的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笔录概述与制作要点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笔录的概念与功能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制作笔录应注意的问题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三种笔录的种类划分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一、笔录的概念与功能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笔录：如实记载诉讼活动的一种文书。人民法院进行审判的一切活动，都应当有相应的文字记载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本节选取法庭审理阶段最常使用的三种笔录：法庭笔录、合议庭评议笔录、宣判笔录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笔录是人民法院正确制作判决书的重要根据，客观、全面地制作笔录是书记员的一项重要任务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二、制作笔录应注意的几个问题（一）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查阅案件材料，熟悉案情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开庭前查阅案卷材料，掌握案情重点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了解犯罪的时间、地点、动机、目的、手段和后果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难记的内容可摘记下来，避免音同字不同而出错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开庭前与审判员交换审讯意见，熟悉审讯提纲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注意原意，掌握记录要点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不可能逐句一字不漏地记录，与案件无关的话可略去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时间、地点、姓名、财产数字等均应准确记录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当事人特殊表情（哭、笑、低头不语、踌躇思考、支吾）也应记录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三、制作笔录应注意的几个问题（二）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笔录头页固定内容（审判庭组成人员、当事人姓名、告知诉讼权利等）可预先填好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可用“？”“：”符号代替问答，须记清楚是谁发问（审？、陪？、原：、被：）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笔录字迹力求清楚，文句通顺，标点正确，不写错别字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闭庭后应及时校正、整理，改错补漏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法庭笔录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含义与作用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内容要点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制作的基本要求与格式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四、法庭笔录的含义和作用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法庭笔录，也叫庭审笔录：人民法院书记员在审判庭开庭时记载全部审判活动的笔录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作用一：有助于一审人民法院正确制作判决书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作用二：是二审人民法院全面审查原审人民法院全部审判活动的重要依据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作用三：便于保存案件审判的原始材料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五、法庭笔录的内容要点（共十七项）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306"/>
                <a:gridCol w="9116933"/>
              </a:tblGrid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内容要点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基本信息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案由；开庭与闭庭时间（注明第几次开庭）；开庭地点；合议庭组成人员；书记员姓名；公诉人、辩护人、鉴定人、翻译人员的机关名称、姓名、职务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庭前准备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预备工作情况；是否公开审理及理由；当事人是否申请回避及法院决定；宣布开庭事项及被告人辩护权利告知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庭审活动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审判人员的活动与讯问；当事人回答陈述；公诉人讯问发言；鉴定人意见；证人证言及物证；辩护人发问发言；当事人请求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法庭辩论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公诉词或控告发言；被告人陈述或辩护词；互相辩论情况；辩论终结、最后陈述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收尾事项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休庭与评议情况；当庭审判或定期宣判；诉讼参与人是否违反法庭秩序；有无延期审理及原因；审判长阅后由审判长和书记员签名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六、制作法庭笔录的基本要求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公诉人发言：记清主要犯罪事实指控、出示证据、答辩驳斥要点；宣读起诉书不必记录，写“公诉人宣读起诉书”即可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辩护人发言：详细记录无罪、罪轻、减轻、免除处罚的意见及证据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证人证言：关键性问题、证人与被告人的关系均应详细记载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鉴定人意见：主要记载鉴定意见要点，科学技术性分析论断也应记录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范文研读：二审刑事法庭笔录节录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××市高级人民法院 刑事法庭笔录（第一次）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时间：××年××月××日8时30分至11时20分　地点：本院法庭　是否公开审理：是　旁听人数：40人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审判长：你叫什么名字？秦××：秦××。……（依次问明性别、出生年月、户籍、文化程度等基本情况）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审判长：根据《中华人民共和国刑事诉讼法》第二十九、三十、三十一、三十二条之规定……你要上述人员回避吗？：我不要求回避。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（法庭调查、辩护人发表辩护意见、检察员发表意见、被告人最后陈述等记录从略）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以上记录给我看过，与我讲的一样。　秦××　××年××月××日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陈卫东、刘计划《法律文书写作（第五版）》第四章第十节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合议庭评议笔录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内容要点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民主集中制评议规则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范文研读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七、合议庭评议笔录的内容要点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合议庭评议笔录，也称“评议笔录”：合议庭在辩论终结、最后陈述完毕、退庭后，按民主集中制原则对案件进行评议时所作的记录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是全面、完整、准确反映合议庭对案件认定和处理意见的书面依据，也是制作判决书的依据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组成部分：案由；合议的时间地点和组成人员；记录人（书记员姓名）；评议的实质内容；合议庭成员签名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八、评议笔录“评议的实质内容”八项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事实与定性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关于案情的认定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被指控的事实、证据是否属实，有无出入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行为是否构成犯罪；犯罪性质、应定何罪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是否给予刑罚处罚，有无从重从轻减轻免刑情节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处理与依据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应适用何种刑罚，有无附加刑、是否数罪并罚、刑期确定（含是否缓刑）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附带民事诉讼应如何处理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适用法律的条款和理由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赃款、赃物的处理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九、合议庭评议的民主集中制规则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合议庭笔录的制作应当高度准确、全面，对评议过程中的分歧意见，必须详细记载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评议时如意见发生分歧，应当少数服从多数，但少数人的意见必须记入笔录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本笔录刑事、民事通用；结尾处应由合议庭成员分别签名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范文研读：合议庭评议笔录节录（盗窃案）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××县人民法院 合议庭评议笔录（第一次）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时间：××年××月××日17时30分至18时整　地点：县法院会议室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合议庭成员：审判长闵××；人民陪审员王××、林××；书记员周××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闵××：……张××盗窃耕驴属实……王××：……所以应定盗窃罪，没问题。林××：应定盗窃罪……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王××：我看判两年。林××：同意。闵××：我也同意判两年。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评议结果：根据《中华人民共和国刑法》第二百六十四条之规定，判处盗窃犯张××有期徒刑两年。（合议庭成员分别签名）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陈卫东、刘计划《法律文书写作（第五版）》第四章第十节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宣判笔录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内容要点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格式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范文研读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十、宣判笔录的内容要点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宣判笔录：人民法院在庭审调查和合议庭评议的基础上，当庭或定期宣告判决时所制作的笔录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当庭宣读判决书全文的，着重记载判决结论；当庭口头宣告判决结果的，应详细全面记载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内容要点：案由；宣判开始结束时间和地点；合议庭组成人员；书记员姓名；出庭人员；到庭当事人基本情况；判决结果宣告方式；上诉权利告知；审判员书记员签名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十一、宣判笔录的格式与适用范围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格式要素：时间、地点、审判长、书记员、到庭的公诉人、到庭的当事人和其他诉讼参与人等头部信息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本笔录刑事、民事案件宣判通用；检察院检察长（员）出庭时，可在出庭人栏填明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当事人栏填写原告人、被告人或关系人；当事人如有律师或代理人，应分别填写明白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范文研读：宣判笔录节录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××县人民法院 宣判笔录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时间：2018年4月30日11时30分　地点：本院第一法庭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审判长：姚××　人民陪审员：杨××、张××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（出庭的公诉人、到庭的当事人基本情况记录从略）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审判长（员）宣读……人民法院（××）××刑初××号刑事判决书。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当事人（签名或盖章）　宣判人（签名）　书记员（签名）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陈卫东、刘计划《法律文书写作（第五版）》第四章第十节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课堂讨论：三种笔录之间的内在关联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讨论题：法庭笔录、合议庭评议笔录、宣判笔录在审判流程中先后衔接，三者各自承载什么功能？缺少其中一种会产生什么后果？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提示：结合“庭审记录—评议形成意见—宣告判决结果”的完整审判流程思考三者的承前启后关系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课堂讨论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第十八讲　法庭笔录、评议笔录与宣判笔录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笔录的功能定位：审判活动的原始记录，是制作判决书的重要根据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法庭笔录：含义作用、十七项内容要点、制作基本要求、问答记录符号规则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合议庭评议笔录：八项评议实质内容、民主集中制评议规则（少数服从多数但需记入分歧意见）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宣判笔录：当庭宣读与口头宣告的不同记载要求、上诉权利告知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下一讲我们将转入律师实务文书的学习。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