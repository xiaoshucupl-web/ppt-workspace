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第九讲 · 检察院文书（四）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量刑建议书与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认罪认罚从宽制度文书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从“怎么定罪”到“怎么量刑”：检察院文书功能的新拓展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配套教材：第三章第六节、第七节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导入：一类新型文书出现的背景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前三讲学的起诉书、不起诉决定书、抗诉书，解决的都是“构成犯罪与否、要不要追诉、裁判对不对”的问题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量刑建议书要解决一个新问题：构成犯罪已经清楚了，应当判处多重的刑罚，检察院可以提出具体意见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这背后是〔刑事诉讼法2018年修正〕确立的认罪认罚从宽制度，量刑建议书正是这一制度运转的核心载体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提问：检察院本来只负责“起诉不起诉”，为什么现在还要管“判几年”？这涉及刑事诉讼职权配置的变化，留待下面展开。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一、量刑建议书的概念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依据：《人民检察院刑事诉讼规则》，检察院对提起公诉的案件，可以向法院提出量刑建议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提出量刑建议的，可以制作量刑建议书，与起诉书一并移送法院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性质：量刑建议书不是独立提起的诉讼文书，而是附随起诉书一并移送的配套文书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二、量刑建议书的内容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被告人所犯罪行的法定刑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量刑情节：法定从重、从轻、减轻或免除处罚情节，以及酌定从重、从轻处罚情节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人民检察院建议法院对被告人处以刑罚的种类、刑罚幅度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可以适用的刑罚执行方式（是否适用缓刑）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提出量刑建议的依据和理由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量刑建议书的结构与格式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六个结构要素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格式一：普通案件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格式二：认罪认罚案件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三、量刑建议书的结构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1. 首部：人民检察院名称，名称前应写明省（自治区、直辖市）名称；涉外案件注明“中华人民共和国”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2. 法定刑：依法应适用的具体刑罚档次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3. 量刑情节：逐条列出法定、酌定从重从轻情节，有其他理由的可以列出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4. 建议的法律依据：刑法及相关立法、司法解释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5. 建议的内容：主刑必填，执行方式（缓刑）和并处附加刑选填；建议单处附加刑或免予刑事处罚的，不再建议主刑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6. 尾部：署具体承办公诉人的法律职务和姓名，落款日期为审批量刑建议书的日期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四、两种格式的适用场景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格式一：普通案件适用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结构完整：分条列出法定从重、法定从轻减轻免除、酌定从重、酌定从轻、其他情节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依据法律条文，建议判处主刑种类及幅度，可并处附加刑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用于未签署认罪认罚具结书的普通公诉案件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格式二：认罪认罚案件适用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依托被告人“自愿如实供述、对指控没有异议、接受刑事处罚”的认罪认罚事实展开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建议内容往往更具体、更确定，因为已经过认罪认罚协商程序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“本院以XX号起诉书提起公诉”的措辞，体现量刑建议书与起诉书的伴随关系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范文研读：量刑建议书格式一节录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格式一节录（普通案件）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被告人XX涉嫌XX犯罪一案，经本院审查认为，被告人XX的行为已触犯《中华人民共和国刑法》第XX条（款、项）之规定……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因其具有以下量刑情节：1. 法定从重处罚情节：……；2. 法定从轻、减轻或者免除处罚情节：……；3. 酌定从重处罚情节：……；4. 酌定从轻处罚情节：……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故根据（法律依据）的规定，建议判处被告人（主刑种类及幅度或单处附加刑或免予刑事处罚），（执行方式），并处（附加刑）。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教材实例：陈卫东、刘计划《法律文书写作（第五版）》第三章第六节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认罪认罚从宽制度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制度的法律依据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制度确立的目的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两份配套文书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五、认罪认罚从宽制度的法律依据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〔刑事诉讼法2018年修正〕第15条：犯罪嫌疑人、被告人自愿如实供述自己的罪行，承认指控的犯罪事实，愿意接受处罚的，可以依法从宽处理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〔刑事诉讼法2018年修正〕第174条：犯罪嫌疑人自愿认罪，同意量刑建议和程序适用的，应当在辩护人或值班律师在场情况下签署认罪认罚具结书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《人民检察院刑事诉讼规则》第272条第1款对具结书的内容作出对应规定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六、不需要签署具结书的三种情形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犯罪嫌疑人是盲、聋、哑人，或者是尚未完全丧失辨认或控制自己行为能力的精神病人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未成年犯罪嫌疑人的法定代理人、辩护人对未成年人认罪认罚有异议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其他不需要签署认罪认罚具结书的情形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这是一道常见考点：不是所有认罪认罚的犯罪嫌疑人都必须签具结书，凡涉及诉讼能力受限或法定代理人持异议的情形，制度上预留了不签署的空间。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七、认罪认罚从宽制度确立的目的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是〔刑事诉讼法2018年修正〕确立的一项重要制度，是推进国家治理体系和治理能力现代化的重大举措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通过对认罪认罚的犯罪嫌疑人、被告人依法给予程序从简或实体从宽的处理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目的：有效惩治犯罪、强化人权司法保障、提升诉讼效率、化解社会矛盾、减少社会对抗、促进社会和谐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八、认罪认罚从宽制度告知书的主要内容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依据〔刑事诉讼法2018年修正〕第15条告知从宽处理的法律依据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告知没有委托辩护人的可由值班律师提供法律帮助，有权约见值班律师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告知签署具结书需辩护人或值班律师签字确认，及三种不需签署的情形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告知具结书应载明的内容、检察机关拟出量刑建议的依据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告知法院一般应当采纳量刑建议，及不同意量刑建议时不签具结书的权利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九、告知书与具结书的功能分工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认罪认罚从宽制度告知书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由检察机关单方制作并向犯罪嫌疑人、被告人宣读、说明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功能：履行告知义务，保障诉讼权利知情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内容偏重制度规则本身的说明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认罪认罚具结书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由犯罪嫌疑人本人签署，辩护人或值班律师签字确认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功能：固定犯罪嫌疑人自愿认罪认罚的意思表示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内容偏重个案的事实认定、罪名、量刑建议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十、认罪认罚具结书的内容结构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一、犯罪嫌疑人身份信息：姓名、性别、出生日期、公民身份号码、民族、文化程度、职业、户籍所在地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二、权利知悉：已阅读告知书，理解并接受其内容，自愿适用本制度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三、认罪认罚内容：指控的犯罪事实、指控的罪名、检察院提出的量刑建议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四、自愿签署声明：已听取辩护人/值班律师法律意见，未受暴力、威胁或非法影响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范文研读：认罪认罚具结书节录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认罪认罚具结书节录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本人知悉并认可如下内容：1. XX人民检察院指控本人犯罪事实：……；2. XX人民检察院指控本人构成XX罪；3. XX人民检察院提出的量刑建议：……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（如在审理阶段具有赔偿被害人、取得谅解等情节的，将调整量刑建议或者给出具体预期刑期；如相对不起诉，可写鉴于……情况，我院对你拟决定不起诉。）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本“认罪认罚具结书”是本人在知情和自愿的情况下签署，未受任何暴力、威胁或任何其他形式的非法影响……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教材实例：陈卫东、刘计划《法律文书写作（第五版）》第三章第七节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课堂讨论：从“量刑建议”到“具结书”的衔接逻辑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案情：犯罪嫌疑人自愿如实供述盗窃事实，签署具结书后，检察院以XX号起诉书提起公诉，并制作格式二量刑建议书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讨论：如果被告人在庭审中突然翻供，否认此前供述，量刑建议书是否仍然有效？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三份文书对照表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5002"/>
                <a:gridCol w="3602310"/>
                <a:gridCol w="4116926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文书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制作阶段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核心功能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认罪认罚从宽制度告知书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侦查/审查起诉阶段，签署具结书之前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履行告知义务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认罪认罚具结书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犯罪嫌疑人确认认罪认罚之时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固定自愿认罪认罚的意思表示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量刑建议书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提起公诉、与起诉书一并移送法院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提出具体量刑意见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第九讲　量刑建议书与认罪认罚从宽制度文书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量刑建议书是检察院随起诉书一并移送法院的配套文书，内容、结构、两种格式分别对应普通案件和认罪认罚案件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认罪认罚从宽制度的法律依据是〔刑事诉讼法2018年修正〕第15条、第174条，目的是惩治犯罪、保障人权、提升效率、化解矛盾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认罪认罚从宽制度告知书与认罪认罚具结书：前者单方告知，后者本人签署，说明在先、签署在后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作业：请按格式一、格式二各写一份简化案情下的量刑建议书并比较差异；课后查阅〔刑事诉讼法2018年修正〕第201条关于法院不采纳量刑建议的除外情形，下次课开头交流。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